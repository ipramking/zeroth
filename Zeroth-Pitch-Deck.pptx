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808415" y="310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BUILD-ZERO · UNILAG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869680" y="1280160"/>
            <a:ext cx="2194560" cy="2962656"/>
          </a:xfrm>
          <a:prstGeom prst="ellipse">
            <a:avLst/>
          </a:prstGeom>
          <a:ln w="15875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57232" y="2377440"/>
            <a:ext cx="2194560" cy="2962656"/>
          </a:xfrm>
          <a:prstGeom prst="ellipse">
            <a:avLst/>
          </a:prstGeom>
          <a:ln w="15875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1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Zeroth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third body between you and your money.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money + an AI agent that spends on your terms — never its own.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806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zeroth-six.vercel.app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79615" y="5806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github.com/Ipramking/zeroth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722815" y="3108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852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struggle to </a:t>
            </a:r>
            <a:pPr indent="0" marL="0">
              <a:lnSpc>
                <a:spcPts val="4400"/>
              </a:lnSpc>
              <a:buNone/>
            </a:pPr>
            <a:r>
              <a:rPr lang="en-US" sz="4000" b="1" i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</a:t>
            </a:r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small money.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struggle to 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i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for rent or data quietly leaks into impulse spends — and the tools meant to help are too blunt to work.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0" y="1554480"/>
            <a:ext cx="4754880" cy="1234440"/>
          </a:xfrm>
          <a:prstGeom prst="roundRect">
            <a:avLst>
              <a:gd name="adj" fmla="val 5185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168249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Impulse leaks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95160" y="202996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meant for a purpose gets spent on something else, days before it's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2971800"/>
            <a:ext cx="4754880" cy="1234440"/>
          </a:xfrm>
          <a:prstGeom prst="roundRect">
            <a:avLst>
              <a:gd name="adj" fmla="val 5185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309981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All-or-nothing locks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344728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“savings locks” either freeze funds completely or let you withdraw the moment you're tempted.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4389120"/>
            <a:ext cx="4754880" cy="1234440"/>
          </a:xfrm>
          <a:prstGeom prst="roundRect">
            <a:avLst>
              <a:gd name="adj" fmla="val 5185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451713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safe middle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95160" y="486460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lets money stay useful — spendable on what it's for — while being impossible to impulsively cash out.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722815" y="3108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that can pay — but can't run off with your cash.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4050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the rules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324612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Zeroth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17720" y="4050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AI third body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324612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money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412480" y="4050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locked to purpose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3931920"/>
            <a:ext cx="68580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3931920"/>
            <a:ext cx="68580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Law of Thermodynamics:  </a:t>
            </a:r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bodies each in equilibrium with a third are in equilibrium with each other. Every transaction passes through the agent — so your rules always hold.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722815" y="3108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in. Deterministic money out.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084832" cy="1645920"/>
          </a:xfrm>
          <a:prstGeom prst="roundRect">
            <a:avLst>
              <a:gd name="adj" fmla="val 388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6151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301752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speak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401568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“Buy ₦500 airtime”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06624" y="29718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07208" y="2468880"/>
            <a:ext cx="2084832" cy="1645920"/>
          </a:xfrm>
          <a:prstGeom prst="roundRect">
            <a:avLst>
              <a:gd name="adj" fmla="val 388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6151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0" y="301752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parses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71800" y="3401568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structured intent (JSON)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73752" y="29718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974336" y="2468880"/>
            <a:ext cx="2084832" cy="1645920"/>
          </a:xfrm>
          <a:prstGeom prst="roundRect">
            <a:avLst>
              <a:gd name="adj" fmla="val 3889"/>
            </a:avLst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26151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38928" y="301752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38928" y="3401568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rules, picks wallet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40880" y="29718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141464" y="2468880"/>
            <a:ext cx="2084832" cy="1645920"/>
          </a:xfrm>
          <a:prstGeom prst="roundRect">
            <a:avLst>
              <a:gd name="adj" fmla="val 388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06056" y="26151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06056" y="301752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rail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06056" y="3401568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transaction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208008" y="29718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308592" y="2468880"/>
            <a:ext cx="2084832" cy="1645920"/>
          </a:xfrm>
          <a:prstGeom prst="roundRect">
            <a:avLst>
              <a:gd name="adj" fmla="val 388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73184" y="26151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73184" y="301752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73184" y="3401568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round-up savings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663440"/>
            <a:ext cx="10911535" cy="1005840"/>
          </a:xfrm>
          <a:prstGeom prst="roundRect">
            <a:avLst>
              <a:gd name="adj" fmla="val 7273"/>
            </a:avLst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828032"/>
            <a:ext cx="103628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decides anything about money. </a:t>
            </a:r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turns language into structure — the deterministic policy engine makes every money decision. That's what makes it safe.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722815" y="3108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MEANINGFUL USE OF AI · GEMINI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does the hard language work — three ways.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542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how you talk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3611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“abeg buy me 1k data”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4114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“5k” → ₦5,000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47091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Pidgin, slang, worded amounts — all parsed to a clean payment intent.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23317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542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9432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when it's unsure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9432" y="3611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“Send ₦5k to 0814… Samuel”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99432" y="4114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“What's it for?”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9432" y="47091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“for feeding” → pays from the Food wallet. A real multi-turn agent.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233172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2542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02752" y="28803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 your money for you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02752" y="3611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Priorities: school fees, business, black tax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02752" y="4114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custom purpose wallets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02752" y="47091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sum exactly to your locked total.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722815" y="3108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GUARANTEE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566160" y="173736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17373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“Cash out ₦40,000 to my bank”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0" y="2514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spc="100" kern="0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money can't leak — by design.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50749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pay a person for feeding, or your light bill. It can never withdraw to you. The rule lives in code, not in a prompt.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722815" y="3108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product, not a wrapper.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end-to-end and deployed — with an offline fallback so the demo survives bad wifi.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IN ONE DAY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12AM – 5PM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537960" y="16002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002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14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45552" y="16002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91272" y="160020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53144" y="1600200"/>
            <a:ext cx="972922" cy="502920"/>
          </a:xfrm>
          <a:prstGeom prst="roundRect">
            <a:avLst>
              <a:gd name="adj" fmla="val 1090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98864" y="1600200"/>
            <a:ext cx="8814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290658" y="1600200"/>
            <a:ext cx="1057961" cy="502920"/>
          </a:xfrm>
          <a:prstGeom prst="roundRect">
            <a:avLst>
              <a:gd name="adj" fmla="val 1090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6378" y="1600200"/>
            <a:ext cx="9665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shadcn/ui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2258568"/>
            <a:ext cx="1398118" cy="502920"/>
          </a:xfrm>
          <a:prstGeom prst="roundRect">
            <a:avLst>
              <a:gd name="adj" fmla="val 1090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258568"/>
            <a:ext cx="13066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Gemini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0670" y="2258568"/>
            <a:ext cx="1908353" cy="502920"/>
          </a:xfrm>
          <a:prstGeom prst="roundRect">
            <a:avLst>
              <a:gd name="adj" fmla="val 1090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6390" y="2258568"/>
            <a:ext cx="18169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gemini-flash-latest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2916936"/>
            <a:ext cx="1738274" cy="502920"/>
          </a:xfrm>
          <a:prstGeom prst="roundRect">
            <a:avLst>
              <a:gd name="adj" fmla="val 1090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916936"/>
            <a:ext cx="16468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output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40826" y="2916936"/>
            <a:ext cx="1483157" cy="502920"/>
          </a:xfrm>
          <a:prstGeom prst="roundRect">
            <a:avLst>
              <a:gd name="adj" fmla="val 1090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6546" y="2916936"/>
            <a:ext cx="139171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Speech API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088575" y="2916936"/>
            <a:ext cx="1483157" cy="502920"/>
          </a:xfrm>
          <a:prstGeom prst="roundRect">
            <a:avLst>
              <a:gd name="adj" fmla="val 1090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34295" y="2916936"/>
            <a:ext cx="139171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Phosphor Icons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37960" y="3575304"/>
            <a:ext cx="802843" cy="502920"/>
          </a:xfrm>
          <a:prstGeom prst="roundRect">
            <a:avLst>
              <a:gd name="adj" fmla="val 1090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575304"/>
            <a:ext cx="71140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505395" y="3575304"/>
            <a:ext cx="1398118" cy="502920"/>
          </a:xfrm>
          <a:prstGeom prst="roundRect">
            <a:avLst>
              <a:gd name="adj" fmla="val 1090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51115" y="3575304"/>
            <a:ext cx="13066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engine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068105" y="3575304"/>
            <a:ext cx="1993392" cy="502920"/>
          </a:xfrm>
          <a:prstGeom prst="roundRect">
            <a:avLst>
              <a:gd name="adj" fmla="val 1090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13825" y="3575304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 / dark theming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722815" y="3108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Zeroth goes from here.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48716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payment rails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mock provider for VTpass / Reloadly / Flutterwave Bills — the interface is already isolated.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10911535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44728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multi-user accounts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52160" y="34290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private purses per user so balances survive across sessions and devices.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10911535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891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440740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budgets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852160" y="438912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run recurring / standing payments within per-category caps, with a trust dashboard.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911535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3492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536752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Bank-statement onboarding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852160" y="53492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your starting wallet split automatically from a real statement.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722815" y="3108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&amp; LINKS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869680" y="1371600"/>
            <a:ext cx="1920240" cy="2592324"/>
          </a:xfrm>
          <a:prstGeom prst="ellipse">
            <a:avLst/>
          </a:prstGeom>
          <a:ln w="15875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3788" y="2331720"/>
            <a:ext cx="1920240" cy="2592324"/>
          </a:xfrm>
          <a:prstGeom prst="ellipse">
            <a:avLst/>
          </a:prstGeom>
          <a:ln w="15875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134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Inioluwa Aroyewun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6791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Full-stack &amp; AI engineering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5852160" cy="960120"/>
          </a:xfrm>
          <a:prstGeom prst="roundRect">
            <a:avLst>
              <a:gd name="adj" fmla="val 7619"/>
            </a:avLst>
          </a:prstGeom>
          <a:solidFill>
            <a:srgbClr val="151515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564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Nuffi Akolade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8221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Product, design &amp; pitch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911535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212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zeroth-six.vercel.app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0" y="5212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github.com/Ipramking/zeroth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2026-07-24T16:39:29Z</dcterms:created>
  <dcterms:modified xsi:type="dcterms:W3CDTF">2026-07-24T16:39:29Z</dcterms:modified>
</cp:coreProperties>
</file>